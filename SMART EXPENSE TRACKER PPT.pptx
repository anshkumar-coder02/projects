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5" r:id="rId18"/>
    <p:sldId id="273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7889"/>
            <a:ext cx="103632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4962526"/>
            <a:ext cx="10513484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3462339"/>
            <a:ext cx="10513484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49784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1600200"/>
            <a:ext cx="49784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83200" y="1447800"/>
            <a:ext cx="61976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864" y="2547892"/>
            <a:ext cx="39624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09792" y="1447800"/>
            <a:ext cx="4559808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547891"/>
            <a:ext cx="39624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1"/>
            <a:ext cx="1056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1"/>
            <a:ext cx="45720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Consolas"/>
              </a:rPr>
              <a:t>BUILD / TRACK /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92240" cy="12618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800" b="1">
                <a:solidFill>
                  <a:srgbClr val="F0F6FC"/>
                </a:solidFill>
                <a:latin typeface="Aptos"/>
              </a:rPr>
              <a:t>SMART EXPENSE
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7792"/>
            <a:ext cx="576072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ptos"/>
              </a:rPr>
              <a:t>An AI-driven personal finance management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977639"/>
            <a:ext cx="5303520" cy="6583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142232"/>
            <a:ext cx="484632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58A6FF"/>
                </a:solidFill>
                <a:latin typeface="Consolas"/>
              </a:rPr>
              <a:t>python  •  data  •  insights  •  budgeting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005840"/>
            <a:ext cx="4343400" cy="4480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59752" y="1152144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24344" y="1152144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88936" y="1152144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088136"/>
            <a:ext cx="34290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expense_tracker.py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444752"/>
            <a:ext cx="4069080" cy="109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618489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58A6FF"/>
                </a:solidFill>
                <a:latin typeface="Consolas"/>
              </a:rPr>
              <a:t>def add_expense(amount, category):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47672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6FC"/>
                </a:solidFill>
                <a:latin typeface="Consolas"/>
              </a:rPr>
              <a:t>    transaction =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76856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FA657"/>
                </a:solidFill>
                <a:latin typeface="Consolas"/>
              </a:rPr>
              <a:t>        "amount": amount,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606039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FA657"/>
                </a:solidFill>
                <a:latin typeface="Consolas"/>
              </a:rPr>
              <a:t>        "category":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35223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6FC"/>
                </a:solidFill>
                <a:latin typeface="Consolas"/>
              </a:rPr>
              <a:t>  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64407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BC8CFF"/>
                </a:solidFill>
                <a:latin typeface="Consolas"/>
              </a:rPr>
              <a:t>    save(transaction)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93591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3FB950"/>
                </a:solidFill>
                <a:latin typeface="Consolas"/>
              </a:rPr>
              <a:t>    return transaction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22775"/>
            <a:ext cx="393192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4251959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Consolas"/>
              </a:rPr>
              <a:t># make money visible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35040"/>
            <a:ext cx="65836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8B949E"/>
                </a:solidFill>
                <a:latin typeface="Consolas"/>
              </a:rPr>
              <a:t>COLLEGE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035040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v1.0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Money moves fast. Manual tracking makes it easy to lose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12064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48056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A657"/>
                </a:solidFill>
                <a:latin typeface="Consolas"/>
              </a:rPr>
              <a:t>WITHOUT A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1"/>
            <a:ext cx="4480560" cy="1629677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Forgotten small purchases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Scattered notes and spreadsheets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Hard to see category-wise spending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Budget overruns noticed too 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23160"/>
            <a:ext cx="512064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697480"/>
            <a:ext cx="448056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WITH SMART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1"/>
            <a:ext cx="4480560" cy="1629677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One organized transaction history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Income and expenses in one place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Visual summaries and reports</a:t>
            </a:r>
          </a:p>
          <a:p>
            <a:pPr>
              <a:spcAft>
                <a:spcPts val="13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›  Better control over monthly budgets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Turn raw transactions into clear, useful financial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1208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514601"/>
            <a:ext cx="64008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3FB950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87168"/>
            <a:ext cx="3840480" cy="4154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Aptos"/>
              </a:rPr>
              <a:t>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07791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Capture income and daily expenses.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521208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514601"/>
            <a:ext cx="64008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3FB950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487168"/>
            <a:ext cx="3840480" cy="4154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Aptos"/>
              </a:rPr>
              <a:t>Categorize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07791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Group spending into useful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21208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114801"/>
            <a:ext cx="64008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3FB95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87368"/>
            <a:ext cx="3840480" cy="4154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Aptos"/>
              </a:rPr>
              <a:t>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07992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Set monthly or category-wise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931920"/>
            <a:ext cx="521208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4114801"/>
            <a:ext cx="64008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3FB950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087368"/>
            <a:ext cx="3840480" cy="4154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Aptos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507993"/>
            <a:ext cx="3931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Show totals, patterns and visual reports.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A compact set of tools for everyday personal finance.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86584"/>
            <a:ext cx="54864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58A6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Transaction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1"/>
            <a:ext cx="30175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Add, edit, delete and review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40280"/>
            <a:ext cx="342900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386584"/>
            <a:ext cx="54864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58A6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7919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Expense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017520"/>
            <a:ext cx="30175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Food, transport, shopping, bills and more.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240280"/>
            <a:ext cx="342900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386584"/>
            <a:ext cx="54864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58A6FF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7919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Budget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30175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Compare actual spending with planned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42900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86784"/>
            <a:ext cx="54864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58A6FF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7939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Auto calculations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30175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Income, expenses and remaining balance.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840480"/>
            <a:ext cx="342900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3986784"/>
            <a:ext cx="54864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58A6FF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7939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Reports &amp;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617720"/>
            <a:ext cx="30175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Pie, bar and line charts for quick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840480"/>
            <a:ext cx="3429000" cy="1234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3986784"/>
            <a:ext cx="54864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58A6FF"/>
                </a:solidFill>
                <a:latin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7939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Search &amp;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17720"/>
            <a:ext cx="30175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Find transactions by date, category or type.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Simple pipeline: enter data, process it, then present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1600200" cy="1508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280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3"/>
            <a:ext cx="14173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657600"/>
            <a:ext cx="1371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0F6FC"/>
                </a:solidFill>
                <a:latin typeface="Aptos"/>
              </a:rPr>
              <a:t>Enter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3264409"/>
            <a:ext cx="256032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743200"/>
            <a:ext cx="1600200" cy="1508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926080"/>
            <a:ext cx="1280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73553"/>
            <a:ext cx="14173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3657600"/>
            <a:ext cx="1371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0F6FC"/>
                </a:solidFill>
                <a:latin typeface="Aptos"/>
              </a:rPr>
              <a:t>Form /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3264409"/>
            <a:ext cx="256032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43200"/>
            <a:ext cx="1600200" cy="1508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1280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73553"/>
            <a:ext cx="14173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657600"/>
            <a:ext cx="1371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0F6FC"/>
                </a:solidFill>
                <a:latin typeface="Aptos"/>
              </a:rPr>
              <a:t>Validate + 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3264409"/>
            <a:ext cx="256032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743200"/>
            <a:ext cx="1600200" cy="1508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1280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73553"/>
            <a:ext cx="14173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657601"/>
            <a:ext cx="1371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0F6FC"/>
                </a:solidFill>
                <a:latin typeface="Aptos"/>
              </a:rPr>
              <a:t>Store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3264409"/>
            <a:ext cx="256032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743200"/>
            <a:ext cx="1600200" cy="1508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926080"/>
            <a:ext cx="1280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273553"/>
            <a:ext cx="14173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657600"/>
            <a:ext cx="1371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0F6FC"/>
                </a:solidFill>
                <a:latin typeface="Aptos"/>
              </a:rPr>
              <a:t>Group + summarize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3264409"/>
            <a:ext cx="256032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2743200"/>
            <a:ext cx="1600200" cy="1508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0" y="2926080"/>
            <a:ext cx="1280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3273553"/>
            <a:ext cx="14173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onsolas"/>
              </a:rPr>
              <a:t>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3657600"/>
            <a:ext cx="1371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0F6FC"/>
                </a:solidFill>
                <a:latin typeface="Aptos"/>
              </a:rPr>
              <a:t>Charts + insights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892040"/>
            <a:ext cx="10287000" cy="658368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084065"/>
            <a:ext cx="98298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0F6FC"/>
                </a:solidFill>
                <a:latin typeface="Consolas"/>
              </a:rPr>
              <a:t>INPUT  →  VALIDATION  →  STORAGE  →  ANALYSIS  →  VISUALIZATION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Budget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The tracker compares what was planned with what was spent.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07492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" y="2478024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6424" y="2478024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" y="2478024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414015"/>
            <a:ext cx="4160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budget.py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70632"/>
            <a:ext cx="4800600" cy="109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44368"/>
            <a:ext cx="466344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3FB950"/>
                </a:solidFill>
                <a:latin typeface="Consolas"/>
              </a:rPr>
              <a:t>remaining_budget = budget - spent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73551"/>
            <a:ext cx="466344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58A6FF"/>
                </a:solidFill>
                <a:latin typeface="Consolas"/>
              </a:rPr>
              <a:t>remaining_balance = income - expenses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02735"/>
            <a:ext cx="466344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466344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FA657"/>
                </a:solidFill>
                <a:latin typeface="Consolas"/>
              </a:rPr>
              <a:t>if spent &gt;= budget: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4"/>
            <a:ext cx="466344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6FC"/>
                </a:solidFill>
                <a:latin typeface="Consolas"/>
              </a:rPr>
              <a:t>    alert("Budget limit reached")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31720"/>
            <a:ext cx="475488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2651761"/>
            <a:ext cx="4114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BC8CFF"/>
                </a:solidFill>
                <a:latin typeface="Consolas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154681"/>
            <a:ext cx="402336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Monthly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27249"/>
            <a:ext cx="1417320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1">
                <a:solidFill>
                  <a:srgbClr val="F0F6FC"/>
                </a:solidFill>
                <a:latin typeface="Consolas"/>
              </a:rPr>
              <a:t>₹10,000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49040"/>
            <a:ext cx="402336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Spent so far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21608"/>
            <a:ext cx="1417320" cy="3847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900" b="1">
                <a:solidFill>
                  <a:srgbClr val="FFA657"/>
                </a:solidFill>
                <a:latin typeface="Consolas"/>
              </a:rPr>
              <a:t>₹7,200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315968"/>
            <a:ext cx="3931920" cy="13716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20840" y="4315968"/>
            <a:ext cx="2834640" cy="137160"/>
          </a:xfrm>
          <a:prstGeom prst="round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4663440"/>
            <a:ext cx="384048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A657"/>
                </a:solidFill>
                <a:latin typeface="Consolas"/>
              </a:rPr>
              <a:t>72% of budget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Expense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Illustrative category distribution from the project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828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Food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13432"/>
            <a:ext cx="6126480" cy="256032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0" y="2313432"/>
            <a:ext cx="5513832" cy="256032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500" b="1">
                <a:solidFill>
                  <a:srgbClr val="3FB950"/>
                </a:solidFill>
                <a:latin typeface="Consolas"/>
              </a:rPr>
              <a:t>27%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828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Bills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935224"/>
            <a:ext cx="6126480" cy="256032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0" y="2935224"/>
            <a:ext cx="4696968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907792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500" b="1">
                <a:solidFill>
                  <a:srgbClr val="58A6FF"/>
                </a:solidFill>
                <a:latin typeface="Consolas"/>
              </a:rPr>
              <a:t>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9584"/>
            <a:ext cx="1828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Shopping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557016"/>
            <a:ext cx="6126480" cy="256032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0" y="3557016"/>
            <a:ext cx="4084320" cy="256032"/>
          </a:xfrm>
          <a:prstGeom prst="round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3529584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500" b="1">
                <a:solidFill>
                  <a:srgbClr val="BC8CFF"/>
                </a:solidFill>
                <a:latin typeface="Consola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6"/>
            <a:ext cx="1828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Transport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78808"/>
            <a:ext cx="6126480" cy="256032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43200" y="4178808"/>
            <a:ext cx="3471672" cy="256032"/>
          </a:xfrm>
          <a:prstGeom prst="round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4151376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500" b="1">
                <a:solidFill>
                  <a:srgbClr val="FFA657"/>
                </a:solidFill>
                <a:latin typeface="Consolas"/>
              </a:rPr>
              <a:t>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73168"/>
            <a:ext cx="1828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Other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800600"/>
            <a:ext cx="6126480" cy="256032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0" y="4800600"/>
            <a:ext cx="2654808" cy="256032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4773168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500" b="1">
                <a:solidFill>
                  <a:srgbClr val="8B949E"/>
                </a:solidFill>
                <a:latin typeface="Consolas"/>
              </a:rPr>
              <a:t>13%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577840"/>
            <a:ext cx="1014984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660137"/>
            <a:ext cx="97840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8B949E"/>
                </a:solidFill>
                <a:latin typeface="Aptos"/>
              </a:rPr>
              <a:t>These percentages are the example distribution given in the project document—not live user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Development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A structured build process keeps the project understandable and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73552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108961"/>
            <a:ext cx="2286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13432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04872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3273552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108961"/>
            <a:ext cx="2286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41064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32504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6" y="3273552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Database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3108961"/>
            <a:ext cx="2286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68696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0136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273552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3108961"/>
            <a:ext cx="2286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6328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273553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28" y="3108961"/>
            <a:ext cx="2286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0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3273553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108961"/>
            <a:ext cx="2286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743200"/>
            <a:ext cx="137160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43032" y="2907792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4744" y="3273553"/>
            <a:ext cx="1225296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ptos"/>
              </a:rPr>
              <a:t>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72000"/>
            <a:ext cx="1024128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>
                <a:solidFill>
                  <a:srgbClr val="8B949E"/>
                </a:solidFill>
                <a:latin typeface="Consolas"/>
              </a:rPr>
              <a:t>Testing focus: calculations • input validation • module integration • usability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The project document reports these core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5074920" cy="7498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423160"/>
            <a:ext cx="32004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Expense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50592"/>
            <a:ext cx="13258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40280"/>
            <a:ext cx="5074920" cy="7498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423160"/>
            <a:ext cx="32004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Expense categorization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450592"/>
            <a:ext cx="13258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Implemented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91840"/>
            <a:ext cx="5074920" cy="7498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474720"/>
            <a:ext cx="32004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Budget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502152"/>
            <a:ext cx="13258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291840"/>
            <a:ext cx="5074920" cy="7498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3474720"/>
            <a:ext cx="32004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Monthly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502152"/>
            <a:ext cx="13258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Generated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43400"/>
            <a:ext cx="5074920" cy="7498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4526280"/>
            <a:ext cx="32004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Charts &amp; graphs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553712"/>
            <a:ext cx="13258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Displayed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343400"/>
            <a:ext cx="5074920" cy="7498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4526280"/>
            <a:ext cx="32004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0F6FC"/>
                </a:solidFill>
                <a:latin typeface="Aptos"/>
              </a:rPr>
              <a:t>Balance calculation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53712"/>
            <a:ext cx="13258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3FB950"/>
                </a:solidFill>
                <a:latin typeface="Consolas"/>
              </a:rPr>
              <a:t>Calculated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The current concept can grow into a more automated finance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49834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429768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A657"/>
                </a:solidFill>
                <a:latin typeface="Consolas"/>
              </a:rP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4389120" cy="150656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Manual entry can take time</a:t>
            </a:r>
          </a:p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Categorization may need user review</a:t>
            </a:r>
          </a:p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Financial data needs strong protection</a:t>
            </a:r>
          </a:p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Advanced predictions are future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498348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514600"/>
            <a:ext cx="429768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DEVELOPER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1"/>
            <a:ext cx="4389120" cy="150656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AI-based expense prediction</a:t>
            </a:r>
          </a:p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Automatic categorization / receipt scan</a:t>
            </a:r>
          </a:p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Bank or payment integration</a:t>
            </a:r>
          </a:p>
          <a:p>
            <a:pPr>
              <a:spcAft>
                <a:spcPts val="1300"/>
              </a:spcAft>
              <a:defRPr sz="1500">
                <a:solidFill>
                  <a:srgbClr val="F0F6FC"/>
                </a:solidFill>
                <a:latin typeface="Aptos"/>
              </a:defRPr>
            </a:pPr>
            <a:r>
              <a:t>›  Mobile app, cloud sync and smart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Small, consistent tracking can make personal finance easier to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6583680" cy="2651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5852160" cy="4154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1">
                <a:solidFill>
                  <a:srgbClr val="3FB950"/>
                </a:solidFill>
                <a:latin typeface="Consolas"/>
              </a:rPr>
              <a:t>MAKE EVERY TRANSACTION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5669280" cy="115518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›  Organizes income and expenses in one place</a:t>
            </a:r>
          </a:p>
          <a:p>
            <a:pPr>
              <a:spcAft>
                <a:spcPts val="13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›  Makes budgets and spending patterns visible</a:t>
            </a:r>
          </a:p>
          <a:p>
            <a:pPr>
              <a:spcAft>
                <a:spcPts val="13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›  Supports better-informed financial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331720"/>
            <a:ext cx="3246120" cy="26517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28431" y="2478024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93023" y="2478024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57615" y="2478024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2414015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next_version.py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770632"/>
            <a:ext cx="2971800" cy="109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2" y="2944368"/>
            <a:ext cx="2834639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58A6FF"/>
                </a:solidFill>
                <a:latin typeface="Consolas"/>
              </a:rPr>
              <a:t>while True: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2" y="3273551"/>
            <a:ext cx="2834639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6FC"/>
                </a:solidFill>
                <a:latin typeface="Consolas"/>
              </a:rPr>
              <a:t>    track_spending()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2" y="3602735"/>
            <a:ext cx="2834639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BC8CFF"/>
                </a:solidFill>
                <a:latin typeface="Consolas"/>
              </a:rPr>
              <a:t>    learn_patterns()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2" y="3931920"/>
            <a:ext cx="2834639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3FB950"/>
                </a:solidFill>
                <a:latin typeface="Consolas"/>
              </a:rPr>
              <a:t>    improve_budget()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0F6FC"/>
                </a:solidFill>
                <a:latin typeface="Consolas"/>
              </a:rPr>
              <a:t>THANK YOU  // 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731520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SMART EXPENSE TRACKER  •  DEVELOPER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182880"/>
            <a:ext cx="10310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0212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What the program actually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9"/>
            <a:ext cx="616123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A menu-driven Python program for recording and reviewing expenses.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2334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3674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1" y="2395729"/>
            <a:ext cx="184217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0F6FC"/>
                </a:solidFill>
                <a:latin typeface="Aptos"/>
              </a:rPr>
              <a:t>Add expenses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1" y="2807208"/>
            <a:ext cx="355462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Enter date, category, description and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173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441448"/>
            <a:ext cx="3674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395729"/>
            <a:ext cx="225613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0F6FC"/>
                </a:solidFill>
                <a:latin typeface="Aptos"/>
              </a:rPr>
              <a:t>View all 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807208"/>
            <a:ext cx="401148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Print each saved expense with a sequence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2334" y="37947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3674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1" y="3904489"/>
            <a:ext cx="1902637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0F6FC"/>
                </a:solidFill>
                <a:latin typeface="Aptos"/>
              </a:rPr>
              <a:t>Total spending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1" y="4315968"/>
            <a:ext cx="381707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Add the recorded amounts to calculate spending.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173" y="37947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950208"/>
            <a:ext cx="3674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904489"/>
            <a:ext cx="63190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0F6FC"/>
                </a:solidFill>
                <a:latin typeface="Aptos"/>
              </a:rPr>
              <a:t>Exit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315968"/>
            <a:ext cx="388279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B949E"/>
                </a:solidFill>
                <a:latin typeface="Aptos"/>
              </a:rPr>
              <a:t>End the program when the user chooses option 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4927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47179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The command-line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1" y="1572769"/>
            <a:ext cx="435946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The user selects an option by entering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5194" y="21488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0615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5207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799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1" y="2221993"/>
            <a:ext cx="96051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MENU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5195" y="256032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724913"/>
            <a:ext cx="12041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onsolas"/>
              </a:rPr>
              <a:t>====MENU====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54097"/>
            <a:ext cx="14590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1. Add Expenses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3" y="3383279"/>
            <a:ext cx="18838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2. View All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3" y="3712464"/>
            <a:ext cx="20537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3. View Total Spending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3" y="4041649"/>
            <a:ext cx="7793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4.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3" y="4370833"/>
            <a:ext cx="21387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8A6FF"/>
                </a:solidFill>
                <a:latin typeface="Consolas"/>
              </a:rPr>
              <a:t>Please Enter The 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154" y="21488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468880"/>
            <a:ext cx="128112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C8CFF"/>
                </a:solidFill>
                <a:latin typeface="Consolas"/>
              </a:rPr>
              <a:t>CONTROL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1" y="3063240"/>
            <a:ext cx="36854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while True keeps showing the menu.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1" y="3685032"/>
            <a:ext cx="34387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if / elif checks the selected option.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2" y="4306824"/>
            <a:ext cx="40703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else displays an invalid-choice message.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849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49087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How an expense is stored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9"/>
            <a:ext cx="607249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Each expense is a Python dictionary; all dictionaries are kept in a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8074" y="224028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0615" y="23774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5207" y="23774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799" y="23774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313433"/>
            <a:ext cx="145424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EXPENSE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074" y="26517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3" y="2816353"/>
            <a:ext cx="11192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8A6FF"/>
                </a:solidFill>
                <a:latin typeface="Consolas"/>
              </a:rPr>
              <a:t>expense =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45537"/>
            <a:ext cx="162897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A657"/>
                </a:solidFill>
                <a:latin typeface="Consolas"/>
              </a:rPr>
              <a:t>    "date": date,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3" y="3474721"/>
            <a:ext cx="23086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A657"/>
                </a:solidFill>
                <a:latin typeface="Consolas"/>
              </a:rPr>
              <a:t>    "category": category,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803905"/>
            <a:ext cx="28184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A657"/>
                </a:solidFill>
                <a:latin typeface="Consolas"/>
              </a:rPr>
              <a:t>    "description": description,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3" y="4133089"/>
            <a:ext cx="18838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A657"/>
                </a:solidFill>
                <a:latin typeface="Consolas"/>
              </a:rPr>
              <a:t>    "amount":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462273"/>
            <a:ext cx="2696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8A6FF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791457"/>
            <a:ext cx="25635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onsolas"/>
              </a:rPr>
              <a:t>expenseslist.append(expense)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0174" y="224028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1" y="2560320"/>
            <a:ext cx="1189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DATA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63241"/>
            <a:ext cx="28408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date — when money was spent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1" y="3575305"/>
            <a:ext cx="50686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category — Food, Bill, Shopping, Transport, Books or 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1" y="4087369"/>
            <a:ext cx="23631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description — short 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99433"/>
            <a:ext cx="23326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amount — numeric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849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71287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Adding an expense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1" y="1572769"/>
            <a:ext cx="55980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Option 1 asks for four values and appends the record to the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0695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83676" y="2926081"/>
            <a:ext cx="269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405" y="3310128"/>
            <a:ext cx="98616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  <a:latin typeface="Aptos"/>
              </a:rPr>
              <a:t>Input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2466" y="3154681"/>
            <a:ext cx="3048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8407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51387" y="2926081"/>
            <a:ext cx="269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6787" y="3310128"/>
            <a:ext cx="133882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  <a:latin typeface="Aptos"/>
              </a:rPr>
              <a:t>Input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0178" y="3154681"/>
            <a:ext cx="3048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6119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19100" y="2926081"/>
            <a:ext cx="269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1907" y="3310128"/>
            <a:ext cx="154401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  <a:latin typeface="Aptos"/>
              </a:rPr>
              <a:t>Input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7890" y="3154681"/>
            <a:ext cx="3048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831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6810" y="2926081"/>
            <a:ext cx="269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8695" y="3310128"/>
            <a:ext cx="12458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  <a:latin typeface="Aptos"/>
              </a:rPr>
              <a:t>Input 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5602" y="3154681"/>
            <a:ext cx="3048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Consola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1543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54524" y="2926081"/>
            <a:ext cx="269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  <a:latin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9046" y="3310128"/>
            <a:ext cx="142058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6FC"/>
                </a:solidFill>
                <a:latin typeface="Aptos"/>
              </a:rPr>
              <a:t>Save dictionary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8394" y="461772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0218" y="4818889"/>
            <a:ext cx="72410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FB950"/>
                </a:solidFill>
                <a:latin typeface="Consolas"/>
              </a:rPr>
              <a:t>After saving, the program prints: "DONE. Expense is added successfully"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849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1" y="914400"/>
            <a:ext cx="468698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Viewing saved expenses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9"/>
            <a:ext cx="579690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Option 2 checks whether the list is empty, then prints each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8074" y="21945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0615" y="233172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5207" y="233172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799" y="233172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1" y="2267713"/>
            <a:ext cx="8899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VIEW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074" y="26060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770633"/>
            <a:ext cx="23936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8A6FF"/>
                </a:solidFill>
                <a:latin typeface="Consolas"/>
              </a:rPr>
              <a:t>if len(expenseslist) == 0: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3" y="3099816"/>
            <a:ext cx="27334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    print("No Expenses Added")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429000"/>
            <a:ext cx="6094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C8CFF"/>
                </a:solidFill>
                <a:latin typeface="Consolas"/>
              </a:rPr>
              <a:t>else: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3" y="3758184"/>
            <a:ext cx="12891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    count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087369"/>
            <a:ext cx="34131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onsolas"/>
              </a:rPr>
              <a:t>    for eachspendings in expenseslist: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3" y="4416553"/>
            <a:ext cx="30732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        print(date, category, 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3" y="4745737"/>
            <a:ext cx="23086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A657"/>
                </a:solidFill>
                <a:latin typeface="Consolas"/>
              </a:rPr>
              <a:t>        count = count + 1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0174" y="21945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1" y="2514601"/>
            <a:ext cx="18838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Consolas"/>
              </a:rPr>
              <a:t>SAMPLE OUTPUT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1" y="3063241"/>
            <a:ext cx="1997663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Consolas"/>
              </a:rPr>
              <a:t>Spending Number 1</a:t>
            </a:r>
          </a:p>
          <a:p>
            <a:r>
              <a:t>2026-10-01, Food,</a:t>
            </a:r>
          </a:p>
          <a:p>
            <a:r>
              <a:t>Lunch, 120.0</a:t>
            </a:r>
          </a:p>
          <a:p>
            <a:endParaRPr/>
          </a:p>
          <a:p>
            <a:r>
              <a:t>Spending Number 2</a:t>
            </a:r>
          </a:p>
          <a:p>
            <a:r>
              <a:t>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26188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54135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Program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9"/>
            <a:ext cx="46169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The code follows a small, straightforward 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7814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485" y="2944368"/>
            <a:ext cx="5693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onsola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087" y="3383280"/>
            <a:ext cx="12410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0F6FC"/>
                </a:solidFill>
                <a:latin typeface="Aptos"/>
              </a:rPr>
              <a:t>Create empty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8146" y="3246120"/>
            <a:ext cx="2968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6342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2488" y="2944368"/>
            <a:ext cx="49244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onsolas"/>
              </a:rPr>
              <a:t>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809" y="3383280"/>
            <a:ext cx="10326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0F6FC"/>
                </a:solidFill>
                <a:latin typeface="Aptos"/>
              </a:rPr>
              <a:t>Show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6674" y="3246120"/>
            <a:ext cx="2968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4870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2543" y="2944368"/>
            <a:ext cx="5693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onsola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7595" y="3383280"/>
            <a:ext cx="9701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0F6FC"/>
                </a:solidFill>
                <a:latin typeface="Aptos"/>
              </a:rPr>
              <a:t>Read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202" y="3246120"/>
            <a:ext cx="2968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3398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32599" y="2944368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onsola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2048" y="3383280"/>
            <a:ext cx="14782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0F6FC"/>
                </a:solidFill>
                <a:latin typeface="Aptos"/>
              </a:rPr>
              <a:t>Run selected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3729" y="3246120"/>
            <a:ext cx="2968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1926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71127" y="2944368"/>
            <a:ext cx="6463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onsolas"/>
              </a:rPr>
              <a:t>REPEAT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2479" y="3383280"/>
            <a:ext cx="115448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0F6FC"/>
                </a:solidFill>
                <a:latin typeface="Aptos"/>
              </a:rPr>
              <a:t>Return to menu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2258" y="3246120"/>
            <a:ext cx="2968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FB950"/>
                </a:solidFill>
                <a:latin typeface="Consola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0454" y="27432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6600" y="2944368"/>
            <a:ext cx="49244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onsolas"/>
              </a:rPr>
              <a:t>EXIT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3073" y="3383280"/>
            <a:ext cx="151034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0F6FC"/>
                </a:solidFill>
                <a:latin typeface="Aptos"/>
              </a:rPr>
              <a:t>Choice 4 breaks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5569" y="4800601"/>
            <a:ext cx="737894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A657"/>
                </a:solidFill>
                <a:latin typeface="Consolas"/>
              </a:rPr>
              <a:t>Storage is in memory: entries are not saved after the program exits.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849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499848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Calculating total spending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9"/>
            <a:ext cx="492474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Option 3 starts at zero and adds each expense amount.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0914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0615" y="24231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5207" y="24231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799" y="24231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1" y="2359153"/>
            <a:ext cx="96051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TOTAL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0915" y="269748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3" y="2862073"/>
            <a:ext cx="9492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8A6FF"/>
                </a:solidFill>
                <a:latin typeface="Consolas"/>
              </a:rPr>
              <a:t>total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3" y="3191257"/>
            <a:ext cx="30732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C8CFF"/>
                </a:solidFill>
                <a:latin typeface="Consolas"/>
              </a:rPr>
              <a:t>for eachspendings in expenseslist: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520440"/>
            <a:ext cx="32431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onsolas"/>
              </a:rPr>
              <a:t>    total += eachspendings["amount"]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3" y="3849625"/>
            <a:ext cx="29033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0F6FC"/>
                </a:solidFill>
                <a:latin typeface="Consolas"/>
              </a:rPr>
              <a:t>print("TOTAL SPENDINGS=", total)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154" y="2286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1" y="2606041"/>
            <a:ext cx="7793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8CFF"/>
                </a:solidFill>
                <a:latin typeface="Consolas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1" y="3154680"/>
            <a:ext cx="24416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0F6FC"/>
                </a:solidFill>
                <a:latin typeface="Consolas"/>
              </a:rPr>
              <a:t>₹120 + ₹80 + ₹50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2" y="3749039"/>
            <a:ext cx="212750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3FB950"/>
                </a:solidFill>
                <a:latin typeface="Consolas"/>
              </a:rPr>
              <a:t>Total = ₹250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2" y="4434840"/>
            <a:ext cx="17043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Illustrative numbers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182880"/>
            <a:ext cx="87716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07574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Testing notes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1" y="1572769"/>
            <a:ext cx="530145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Based on the uploaded Python code, not assumed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2334" y="21945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1" y="2514600"/>
            <a:ext cx="201208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FB950"/>
                </a:solidFill>
                <a:latin typeface="Consolas"/>
              </a:rPr>
              <a:t>CHECK DURING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1" y="3063242"/>
            <a:ext cx="29904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0F6FC"/>
                </a:solidFill>
                <a:latin typeface="Aptos"/>
              </a:rPr>
              <a:t>›  Add one and several expenses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1" y="3584450"/>
            <a:ext cx="34881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0F6FC"/>
                </a:solidFill>
                <a:latin typeface="Aptos"/>
              </a:rPr>
              <a:t>›  View list when empty and non-empty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1" y="4105658"/>
            <a:ext cx="31053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0F6FC"/>
                </a:solidFill>
                <a:latin typeface="Aptos"/>
              </a:rPr>
              <a:t>›  Check total for multiple amounts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1" y="4626866"/>
            <a:ext cx="246477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0F6FC"/>
                </a:solidFill>
                <a:latin typeface="Aptos"/>
              </a:rPr>
              <a:t>›  Try invalid menu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8735" y="21945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1" y="2514600"/>
            <a:ext cx="192071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A657"/>
                </a:solidFill>
                <a:latin typeface="Consolas"/>
              </a:rP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63242"/>
            <a:ext cx="25202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No permanent data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11882"/>
            <a:ext cx="33874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No input validation for choice /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1" y="4160522"/>
            <a:ext cx="21932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No edit or delete 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1" y="4709162"/>
            <a:ext cx="46563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0F6FC"/>
                </a:solidFill>
                <a:latin typeface="Aptos"/>
              </a:rPr>
              <a:t>›  Total print appears inside the loop in the supplied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182880"/>
            <a:ext cx="95410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FB950"/>
                </a:solidFill>
                <a:latin typeface="Consolas"/>
              </a:rPr>
              <a:t>//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8394" y="56692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6989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6FC"/>
                </a:solidFill>
                <a:latin typeface="Aptos"/>
              </a:rPr>
              <a:t>Possible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9"/>
            <a:ext cx="781605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8B949E"/>
                </a:solidFill>
                <a:latin typeface="Aptos"/>
              </a:rPr>
              <a:t>These features are suggested by the PDF, but are not implemented in the uploaded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0994" y="224028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1088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Save expenses to a CSV file or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38666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Add input validation and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46665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Add income, budget limits and budget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47965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Create category-wise charts and monthly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63440"/>
            <a:ext cx="37335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0F6FC"/>
                </a:solidFill>
                <a:latin typeface="Aptos"/>
              </a:rPr>
              <a:t>›  Add search, edit and delete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8813" y="224028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0054" y="23774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4646" y="23774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9238" y="23774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2313433"/>
            <a:ext cx="11721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B949E"/>
                </a:solidFill>
                <a:latin typeface="Consolas"/>
              </a:rPr>
              <a:t>NEXT ITERATION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8814" y="265176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2816353"/>
            <a:ext cx="15440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8A6FF"/>
                </a:solidFill>
                <a:latin typeface="Consolas"/>
              </a:rPr>
              <a:t>validate_input()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145537"/>
            <a:ext cx="13740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onsolas"/>
              </a:rPr>
              <a:t>save_to_file()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3" y="3474721"/>
            <a:ext cx="12891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C8CFF"/>
                </a:solidFill>
                <a:latin typeface="Consolas"/>
              </a:rPr>
              <a:t>show_report()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3803905"/>
            <a:ext cx="12041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A657"/>
                </a:solidFill>
                <a:latin typeface="Consolas"/>
              </a:rPr>
              <a:t>set_budget()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onsolas"/>
              </a:rPr>
              <a:t>EXPENSE TRACKER  •  PYTHON CLI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9156" y="3763818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FOR  WATCHING THE  PRESENTATION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8618" y="1804045"/>
            <a:ext cx="7772400" cy="1470025"/>
          </a:xfrm>
        </p:spPr>
        <p:txBody>
          <a:bodyPr>
            <a:noAutofit/>
          </a:bodyPr>
          <a:lstStyle/>
          <a:p>
            <a:r>
              <a:rPr lang="en-US" sz="9600" dirty="0" smtClean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20250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19</TotalTime>
  <Words>1349</Words>
  <Application>Microsoft Office PowerPoint</Application>
  <PresentationFormat>Custom</PresentationFormat>
  <Paragraphs>345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Horizon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2026-10-08T14:52:31Z</dcterms:modified>
  <cp:category/>
</cp:coreProperties>
</file>